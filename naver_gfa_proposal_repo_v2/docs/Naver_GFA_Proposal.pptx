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CF5D"/>
                </a:solidFill>
              </a:defRPr>
            </a:pPr>
            <a:r>
              <a:t>NAVER GFA PERFORMANCE MARKETING PROPOSAL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왜 지금, 네이버 GFA인가?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디지털 마케팅 지형 변화에 대응하는 성과형 DA 매체 전략 및 풀퍼널 실행안</a:t>
            </a:r>
          </a:p>
          <a:p>
            <a:pPr>
              <a:spcBef>
                <a:spcPts val="4000"/>
              </a:spcBef>
              <a:defRPr sz="1200">
                <a:solidFill>
                  <a:srgbClr val="03CF5D"/>
                </a:solidFill>
              </a:defRPr>
            </a:pPr>
            <a:r>
              <a:t>Linkprice Performance Marketing Team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디지털 마케팅 지형 변화와 3대 도전 과제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기존 퍼포먼스 마케팅 방식의 한계와 새로운 돌파구의 필요성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CF5D"/>
                </a:solidFill>
              </a:defRPr>
            </a:pPr>
            <a:r>
              <a:t>ISSUE 01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</a:defRPr>
            </a:pPr>
            <a:r>
              <a:t>CAC(고객 획득 비용) 폭등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t>Meta, Google 등 기존 매체 내 경쟁 심화로 CPM/CPC 상승</a:t>
            </a:r>
            <a:br/>
            <a:r>
              <a:t>신규 유입 확보를 위한 마케팅 비용 부담 극대화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CF5D"/>
                </a:solidFill>
              </a:defRPr>
            </a:pPr>
            <a:r>
              <a:t>ISSUE 02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</a:defRPr>
            </a:pPr>
            <a:r>
              <a:t>개인정보 보호 &amp; 리타겟팅 저하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t>iOS ATT 정책 및 서드파티 쿠키 폐지로 픽셀 정밀도 급감</a:t>
            </a:r>
            <a:br/>
            <a:r>
              <a:t>기존 리타겟팅 오디언스 모수 축소 및 효율 저하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3CF5D"/>
                </a:solidFill>
              </a:defRPr>
            </a:pPr>
            <a:r>
              <a:t>ISSUE 03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</a:defRPr>
            </a:pPr>
            <a:r>
              <a:t>검색광고(SA) 경쟁 포화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t>주요 키워드 입찰가 상승 및 검색량 한계 도달</a:t>
            </a:r>
            <a:br/>
            <a:r>
              <a:t>신규 수요 창출 없는 단순 검색광고만으로는 성장 정체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왜 네이버 GFA인가? (4대 핵심 소구점)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압도적 트래픽과 First-party 데이터 기반의 성과 최적화 솔루션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3CF5D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국내 최대 프리미엄 지면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네이버 메인, 뉴스, 카페, 웹툰 등 일 3,000만 이상 독점 지면 노출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3CF5D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의도(Intent) 기반 타겟팅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검색 이력, 쇼핑 구매 행동, 관심사 First-party 데이터 활용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3CF5D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AI 머신러닝 (ADVoost)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실시간 최적 소재 생성, 자동 입찰 및 CVR/ROAS 머신러닝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3CF5D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600" b="1">
                <a:solidFill>
                  <a:srgbClr val="1E293B"/>
                </a:solidFill>
              </a:defRPr>
            </a:pPr>
            <a:r>
              <a:t>Full-Funnel 시너지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GFA 디스플레이 노출 ➔ 브랜드 검색(SA) 폭증 ➔ 스토어 전환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풀퍼널(Full-Funnel) 캠페인 전략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단계별 타겟팅, 주요 지면 및 세부 운용 방안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TOFU (상단 퍼널) : 인지 &amp; 관심 유도  |  [예산 비중 30%]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· 타겟: 연령/성별, 카테고리 관심사</a:t>
            </a:r>
            <a:br/>
            <a:r>
              <a:t>· 지면: 네이버 메인, 뉴스, 웹툰</a:t>
            </a:r>
            <a:br/>
            <a:r>
              <a:t>· 목적: 대규모 유효 잠재고객 모수 확보 및 브랜드 인지도 증대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MOFU (중단 퍼널) : 탐색 &amp; 의도 강화  |  [예산 비중 40%]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· 타겟: 키워드 의도, 고객여정, 카탈로그 타겟</a:t>
            </a:r>
            <a:br/>
            <a:r>
              <a:t>· 지면: 쇼핑, 네이버 카페, 블로그, 스마트채널</a:t>
            </a:r>
            <a:br/>
            <a:r>
              <a:t>· 목적: 자사몰/스토어 유입, 상세페이지 유입 및 장바구니 유도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BOFU (하단 퍼널) : 전환 &amp; ROAS 극대화  |  [예산 비중 30%]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· 타겟: 웹사이트/앱 리타겟팅, ADVoost AI 자동 최적화</a:t>
            </a:r>
            <a:br/>
            <a:r>
              <a:t>· 지면: 홈피드 DA, ADVoost 자동 배치</a:t>
            </a:r>
            <a:br/>
            <a:r>
              <a:t>· 목적: 이탈 고객 재유입, 구매 완료 및 ROAS 극대화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예산 배분 및 예상 KPI 시뮬레이션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월 광고비 1,000만 원 기준 퍼널별 성과 예측 모델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645920"/>
                <a:gridCol w="1645920"/>
                <a:gridCol w="1828800"/>
                <a:gridCol w="20116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구분 (Funnel)</a:t>
                      </a:r>
                    </a:p>
                  </a:txBody>
                  <a:tcPr>
                    <a:solidFill>
                      <a:srgbClr val="03CF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예산 비중</a:t>
                      </a:r>
                    </a:p>
                  </a:txBody>
                  <a:tcPr>
                    <a:solidFill>
                      <a:srgbClr val="03CF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월 예산</a:t>
                      </a:r>
                    </a:p>
                  </a:txBody>
                  <a:tcPr>
                    <a:solidFill>
                      <a:srgbClr val="03CF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예상 평균 CPC</a:t>
                      </a:r>
                    </a:p>
                  </a:txBody>
                  <a:tcPr>
                    <a:solidFill>
                      <a:srgbClr val="03CF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예상 유입수(클릭)</a:t>
                      </a:r>
                    </a:p>
                  </a:txBody>
                  <a:tcPr>
                    <a:solidFill>
                      <a:srgbClr val="03CF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핵심 관리 KPI</a:t>
                      </a:r>
                    </a:p>
                  </a:txBody>
                  <a:tcPr>
                    <a:solidFill>
                      <a:srgbClr val="03CF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TOFU (인지/확장)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3,000,000원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180원 ~ 250원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12,000 ~ 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도달수, CTR, 브랜드검색량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MOFU (탐색/고려)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4,000,000원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300원 ~ 400원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10,000 ~ 13,000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스토어 유입률, 장바구니 수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BOFU (전환/ROAS)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3,000,000원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450원 ~ 600원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5,000 ~ 6,600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전환수, CPA, direct ROAS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합계 / 평균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10,000,000원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약 320원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27,000 ~ 35,000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통합 ROAS 350%~500%+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5. 캠페인 추진 로드맵 및 실행 프로세스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체계적인 데이터 축적 및 단계별 스케일업(Scale-up)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3CF5D"/>
                </a:solidFill>
              </a:defRPr>
            </a:pPr>
            <a:r>
              <a:t>1 ~ 2주차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Phase 1: 인프라 구축 &amp; A/B 테스트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· 네이버 픽셀/SDK 및 다이내믹 카탈로그 연동</a:t>
            </a:r>
            <a:br/>
            <a:r>
              <a:t>· ADVoost AI 쇼핑 캠페인 세팅</a:t>
            </a:r>
            <a:br/>
            <a:r>
              <a:t>· 초기 T&amp;B, 혜택 강조 소재 A/B 테스트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3CF5D"/>
                </a:solidFill>
              </a:defRPr>
            </a:pPr>
            <a:r>
              <a:t>3 ~ 4주차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Phase 2: 데이터 최적화 &amp; 머신러닝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· 타겟 및 지면별 CVR/CPA 모니터링</a:t>
            </a:r>
            <a:br/>
            <a:r>
              <a:t>· 고효율 지면 예산 집중 배분</a:t>
            </a:r>
            <a:br/>
            <a:r>
              <a:t>· 소재 피로도 관리 및 2차 소재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3C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3CF5D"/>
                </a:solidFill>
              </a:defRPr>
            </a:pPr>
            <a:r>
              <a:t>5주차 이후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Phase 3: 모수 확장 &amp; 스케일업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· BOFU 리타겟팅 오디언스 모수 스케일업</a:t>
            </a:r>
            <a:br/>
            <a:r>
              <a:t>· SA 브랜드 검색광고 연계 풀퍼널 시너지 극대화</a:t>
            </a:r>
            <a:br/>
            <a:r>
              <a:t>· ROAS 목표치(400%+) 달성 및 안정화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